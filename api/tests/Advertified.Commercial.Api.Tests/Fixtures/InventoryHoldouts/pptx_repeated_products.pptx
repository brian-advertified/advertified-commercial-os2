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panel H-591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Quoted ZAR 2719.38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panel J-683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Quoted ZAR 3826.47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2026-09-12T00:00:00Z</dcterms:created>
  <dcterms:modified xsi:type="dcterms:W3CDTF">2026-09-12T00:00:00Z</dcterms:modified>
  <cp:category/>
</cp:coreProperties>
</file>